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9" r:id="rId5"/>
    <p:sldId id="260" r:id="rId6"/>
    <p:sldId id="262" r:id="rId7"/>
    <p:sldId id="265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26FC8-D30C-41F1-A140-E8476859FBCA}" v="28" dt="2026-03-06T10:17:09.462"/>
    <p1510:client id="{AC7E1A1C-612B-AA41-E5C5-FE52E79AD622}" v="1" dt="2026-03-06T10:17:27.520"/>
    <p1510:client id="{E4BDF8FF-E5A3-0A02-55A0-B82AEDAF8366}" v="2" dt="2026-03-06T10:40:16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2474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86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198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82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21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21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8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76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48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99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C08D40B-A46C-47D9-A27F-373CC7129AB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F2CB5CE-928C-407B-A803-56D5036003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82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2FF4-C5FD-AD3B-9720-A690A866C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err="1"/>
              <a:t>CareStep</a:t>
            </a:r>
            <a:r>
              <a:rPr lang="en-US"/>
              <a:t> AI: Smart Rural Health Assistant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96ADA-FA4F-EB24-7B60-0EBD4E846C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smartphone-based AI health assistant combined with wearable health sensors</a:t>
            </a:r>
            <a:r>
              <a:rPr lang="en-US"/>
              <a:t> that helps rural health workers quickly check patient conditions and decide whether the patient needs hospital care.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86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B405-569C-11E4-F585-461C0548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About this product!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CB7C-5CA8-AA1C-A713-485E39556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smartphone-based AI health assistant combined with wearable health sensors</a:t>
            </a:r>
            <a:r>
              <a:rPr lang="en-US" sz="2400" dirty="0"/>
              <a:t> that helps rural health workers quickly check patient conditions and decide whether the patient needs hospital care.</a:t>
            </a:r>
          </a:p>
          <a:p>
            <a:r>
              <a:rPr lang="en-US" sz="2400" dirty="0"/>
              <a:t>Your </a:t>
            </a:r>
            <a:r>
              <a:rPr lang="en-US" sz="2400" b="1" dirty="0"/>
              <a:t>smart socks becomes an additional health monitoring device</a:t>
            </a:r>
            <a:r>
              <a:rPr lang="en-US" sz="2400" dirty="0"/>
              <a:t> connected to the phone.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0A14-49B7-326C-2B20-0A336149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it is going to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C776-44E7-465A-36CB-35D19D267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Skin disease detection             	 Smartphone camera AI</a:t>
            </a:r>
          </a:p>
          <a:p>
            <a:r>
              <a:rPr lang="en-US" sz="2400"/>
              <a:t>Eye disease detection	            Smartphone camera AI</a:t>
            </a:r>
          </a:p>
          <a:p>
            <a:r>
              <a:rPr lang="en-US" sz="2400"/>
              <a:t>Oral disease detection    	 Smartphone camera AI</a:t>
            </a:r>
          </a:p>
          <a:p>
            <a:r>
              <a:rPr lang="en-US" sz="2400"/>
              <a:t>Activity monitoring        	            Smart sock accelerometer</a:t>
            </a:r>
          </a:p>
          <a:p>
            <a:r>
              <a:rPr lang="en-US" sz="2400"/>
              <a:t>Temperature monitoring	 Smart sock sensor</a:t>
            </a:r>
          </a:p>
          <a:p>
            <a:r>
              <a:rPr lang="en-US" sz="2400"/>
              <a:t>Fall detection                 	            Smart sock motion sensor</a:t>
            </a:r>
          </a:p>
          <a:p>
            <a:r>
              <a:rPr lang="en-US" sz="2400"/>
              <a:t>Patient monitoring	            Sock + mobile app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4234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1DDF-5C2C-BA9D-8634-239C401D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Where can we use this product?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43FC-E844-5E47-04EC-EBBC506D5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1. Diabetic Patient Monitoring</a:t>
            </a:r>
          </a:p>
          <a:p>
            <a:r>
              <a:rPr lang="en-US"/>
              <a:t>Prevents </a:t>
            </a:r>
            <a:r>
              <a:rPr lang="en-US" b="1"/>
              <a:t>foot ulcers and infections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2. Elderly Monitoring</a:t>
            </a:r>
          </a:p>
          <a:p>
            <a:r>
              <a:rPr lang="en-US"/>
              <a:t>Detects </a:t>
            </a:r>
            <a:r>
              <a:rPr lang="en-US" b="1"/>
              <a:t>falls and abnormal walking patterns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3. Athlete Performance</a:t>
            </a:r>
          </a:p>
          <a:p>
            <a:r>
              <a:rPr lang="en-US"/>
              <a:t>Tracks </a:t>
            </a:r>
            <a:r>
              <a:rPr lang="en-US" b="1"/>
              <a:t>activity, pressure, and endurance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4. Early Disease Detection</a:t>
            </a:r>
          </a:p>
          <a:p>
            <a:r>
              <a:rPr lang="en-US"/>
              <a:t>Detects </a:t>
            </a:r>
            <a:r>
              <a:rPr lang="en-US" b="1"/>
              <a:t>temperature change and abnormal heart rate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5. Rural Healthcare</a:t>
            </a:r>
          </a:p>
          <a:p>
            <a:r>
              <a:rPr lang="en-US"/>
              <a:t>Doctors can </a:t>
            </a:r>
            <a:r>
              <a:rPr lang="en-US" b="1"/>
              <a:t>monitor patients remotely</a:t>
            </a:r>
            <a:r>
              <a:rPr lang="en-US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B5E0-DEFB-54AE-0BA4-17ECACF7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Sensors placed in socks.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A934E9-8BAA-7371-149F-1ACCEA304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690383"/>
              </p:ext>
            </p:extLst>
          </p:nvPr>
        </p:nvGraphicFramePr>
        <p:xfrm>
          <a:off x="1626774" y="1828801"/>
          <a:ext cx="8162673" cy="4770408"/>
        </p:xfrm>
        <a:graphic>
          <a:graphicData uri="http://schemas.openxmlformats.org/drawingml/2006/table">
            <a:tbl>
              <a:tblPr/>
              <a:tblGrid>
                <a:gridCol w="2735780">
                  <a:extLst>
                    <a:ext uri="{9D8B030D-6E8A-4147-A177-3AD203B41FA5}">
                      <a16:colId xmlns:a16="http://schemas.microsoft.com/office/drawing/2014/main" val="1804589992"/>
                    </a:ext>
                  </a:extLst>
                </a:gridCol>
                <a:gridCol w="2735780">
                  <a:extLst>
                    <a:ext uri="{9D8B030D-6E8A-4147-A177-3AD203B41FA5}">
                      <a16:colId xmlns:a16="http://schemas.microsoft.com/office/drawing/2014/main" val="1772821295"/>
                    </a:ext>
                  </a:extLst>
                </a:gridCol>
                <a:gridCol w="2691113">
                  <a:extLst>
                    <a:ext uri="{9D8B030D-6E8A-4147-A177-3AD203B41FA5}">
                      <a16:colId xmlns:a16="http://schemas.microsoft.com/office/drawing/2014/main" val="2275907764"/>
                    </a:ext>
                  </a:extLst>
                </a:gridCol>
              </a:tblGrid>
              <a:tr h="35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Component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Model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17744"/>
                  </a:ext>
                </a:extLst>
              </a:tr>
              <a:tr h="1010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Microcontroller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Seeed Studio XIAO ESP32C3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Main controller + Bluetooth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954243"/>
                  </a:ext>
                </a:extLst>
              </a:tr>
              <a:tr h="894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Temperature Sensor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LM35 Analog Temperature Sensor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Measures foot temperature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134651"/>
                  </a:ext>
                </a:extLst>
              </a:tr>
              <a:tr h="626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Heart Rate Sensor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MAX30102 Pulse Oximeter Sensor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Measures heart rate &amp; oxygen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596966"/>
                  </a:ext>
                </a:extLst>
              </a:tr>
              <a:tr h="894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Motion Sensor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MPU6050 Accelerometer and Gyroscope Module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 walking and falls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190729"/>
                  </a:ext>
                </a:extLst>
              </a:tr>
              <a:tr h="626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Pressure Sensors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Force Sensitive Resistor FSR402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 foot pressure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609484"/>
                  </a:ext>
                </a:extLst>
              </a:tr>
              <a:tr h="35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Battery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Li-Po 3.7V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Power supply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898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90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46C2-F442-8F02-7358-1550EC02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/>
            </a:br>
            <a:br>
              <a:rPr lang="en-US"/>
            </a:br>
            <a:r>
              <a:rPr lang="en-US" b="1"/>
              <a:t>Final Features of </a:t>
            </a:r>
            <a:r>
              <a:rPr lang="en-US" err="1"/>
              <a:t>CareStep</a:t>
            </a:r>
            <a:r>
              <a:rPr lang="en-US"/>
              <a:t> AI: Smart Rural Health Assistant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2483-4C9F-729A-93DA-82B1822B2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63440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1️⃣ </a:t>
            </a:r>
            <a:r>
              <a:rPr lang="en-IN" b="1"/>
              <a:t>Take skin/eye/oral photo</a:t>
            </a:r>
          </a:p>
          <a:p>
            <a:pPr marL="0" indent="0">
              <a:buNone/>
            </a:pPr>
            <a:r>
              <a:rPr lang="en-US"/>
              <a:t>Take a photo of </a:t>
            </a:r>
            <a:r>
              <a:rPr lang="en-US" u="sng"/>
              <a:t>skin, eye, or oral area </a:t>
            </a:r>
            <a:r>
              <a:rPr lang="en-US"/>
              <a:t>using the phone camera.</a:t>
            </a:r>
            <a:endParaRPr lang="en-IN"/>
          </a:p>
          <a:p>
            <a:pPr marL="0" indent="0">
              <a:buNone/>
            </a:pPr>
            <a:r>
              <a:rPr lang="en-IN"/>
              <a:t>2️⃣ </a:t>
            </a:r>
            <a:r>
              <a:rPr lang="en-IN" b="1"/>
              <a:t>Connect smart sock for health data</a:t>
            </a:r>
          </a:p>
          <a:p>
            <a:pPr marL="0" indent="0">
              <a:buNone/>
            </a:pPr>
            <a:r>
              <a:rPr lang="en-US"/>
              <a:t>The sock sends </a:t>
            </a:r>
            <a:r>
              <a:rPr lang="en-US" u="sng"/>
              <a:t>temperature, heart rate, SpO₂, walking pattern, and foot pressure data.</a:t>
            </a:r>
            <a:endParaRPr lang="en-IN" u="sng"/>
          </a:p>
          <a:p>
            <a:pPr marL="0" indent="0">
              <a:buNone/>
            </a:pPr>
            <a:r>
              <a:rPr lang="en-IN"/>
              <a:t>3️⃣ </a:t>
            </a:r>
            <a:r>
              <a:rPr lang="en-IN" b="1"/>
              <a:t>AI </a:t>
            </a:r>
            <a:r>
              <a:rPr lang="en-IN" b="1" err="1"/>
              <a:t>analyzes</a:t>
            </a:r>
            <a:r>
              <a:rPr lang="en-IN" b="1"/>
              <a:t> data</a:t>
            </a:r>
          </a:p>
          <a:p>
            <a:pPr marL="0" indent="0">
              <a:buNone/>
            </a:pPr>
            <a:r>
              <a:rPr lang="en-US"/>
              <a:t>AI analyzes the </a:t>
            </a:r>
            <a:r>
              <a:rPr lang="en-US" u="sng"/>
              <a:t>image + sensor health data </a:t>
            </a:r>
            <a:r>
              <a:rPr lang="en-US"/>
              <a:t>to detect possible health issues.</a:t>
            </a:r>
            <a:endParaRPr lang="en-IN"/>
          </a:p>
          <a:p>
            <a:pPr marL="0" indent="0">
              <a:buNone/>
            </a:pPr>
            <a:r>
              <a:rPr lang="en-IN"/>
              <a:t>4️⃣ </a:t>
            </a:r>
            <a:r>
              <a:rPr lang="en-IN" b="1"/>
              <a:t>App shows triage decision</a:t>
            </a:r>
          </a:p>
          <a:p>
            <a:pPr marL="0" indent="0">
              <a:buNone/>
            </a:pPr>
            <a:r>
              <a:rPr lang="en-US"/>
              <a:t>The system shows the result:</a:t>
            </a:r>
            <a:br>
              <a:rPr lang="en-US"/>
            </a:br>
            <a:r>
              <a:rPr lang="en-US"/>
              <a:t>🟢 Normal | 🟡 Monitor | 🔴 Consult Doctor.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8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3D55-E3AD-FE90-6B17-A09CE3F5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Rural Friendly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19F1C-1E2A-9EE7-E5C8-FB6416C3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942936"/>
          </a:xfrm>
        </p:spPr>
        <p:txBody>
          <a:bodyPr>
            <a:normAutofit/>
          </a:bodyPr>
          <a:lstStyle/>
          <a:p>
            <a:r>
              <a:rPr lang="en-IN" sz="2400"/>
              <a:t>✔ Tamil voice instructions</a:t>
            </a:r>
            <a:br>
              <a:rPr lang="en-IN" sz="2400"/>
            </a:br>
            <a:r>
              <a:rPr lang="en-IN" sz="2400"/>
              <a:t>✔ Offline AI diagnosis</a:t>
            </a:r>
            <a:br>
              <a:rPr lang="en-IN" sz="2400"/>
            </a:br>
            <a:r>
              <a:rPr lang="en-IN" sz="2400"/>
              <a:t>✔ QR code for patient record</a:t>
            </a:r>
            <a:br>
              <a:rPr lang="en-IN" sz="2400"/>
            </a:br>
            <a:r>
              <a:rPr lang="en-IN" sz="2400"/>
              <a:t>✔ Data sync when internet available</a:t>
            </a:r>
          </a:p>
        </p:txBody>
      </p:sp>
    </p:spTree>
    <p:extLst>
      <p:ext uri="{BB962C8B-B14F-4D97-AF65-F5344CB8AC3E}">
        <p14:creationId xmlns:p14="http://schemas.microsoft.com/office/powerpoint/2010/main" val="320138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ED5C-19DB-F787-BF28-50F88BD5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-255342"/>
            <a:ext cx="9692640" cy="1325562"/>
          </a:xfrm>
        </p:spPr>
        <p:txBody>
          <a:bodyPr/>
          <a:lstStyle/>
          <a:p>
            <a:r>
              <a:rPr lang="en-IN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6433-B752-215D-27C9-3591C456E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07" y="1173192"/>
            <a:ext cx="8595360" cy="5305245"/>
          </a:xfrm>
        </p:spPr>
        <p:txBody>
          <a:bodyPr>
            <a:noAutofit/>
          </a:bodyPr>
          <a:lstStyle/>
          <a:p>
            <a:r>
              <a:rPr lang="en-IN" sz="1600"/>
              <a:t>Patient</a:t>
            </a:r>
            <a:br>
              <a:rPr lang="en-IN" sz="1600"/>
            </a:br>
            <a:r>
              <a:rPr lang="en-IN" sz="1600"/>
              <a:t>↓</a:t>
            </a:r>
            <a:br>
              <a:rPr lang="en-IN" sz="1600"/>
            </a:br>
            <a:r>
              <a:rPr lang="en-IN" sz="1600"/>
              <a:t>Smartphone App (AI Diagnosis)</a:t>
            </a:r>
            <a:br>
              <a:rPr lang="en-IN" sz="1600"/>
            </a:br>
            <a:br>
              <a:rPr lang="en-IN" sz="1600"/>
            </a:br>
            <a:r>
              <a:rPr lang="en-IN" sz="1600"/>
              <a:t>1️⃣ Image Diagnosis</a:t>
            </a:r>
            <a:br>
              <a:rPr lang="en-IN" sz="1600"/>
            </a:br>
            <a:r>
              <a:rPr lang="en-IN" sz="1600"/>
              <a:t>• Skin disease detection</a:t>
            </a:r>
            <a:br>
              <a:rPr lang="en-IN" sz="1600"/>
            </a:br>
            <a:r>
              <a:rPr lang="en-IN" sz="1600"/>
              <a:t>• Eye disease detection</a:t>
            </a:r>
            <a:br>
              <a:rPr lang="en-IN" sz="1600"/>
            </a:br>
            <a:r>
              <a:rPr lang="en-IN" sz="1600"/>
              <a:t>• Oral disease detection</a:t>
            </a:r>
            <a:br>
              <a:rPr lang="en-IN" sz="1600"/>
            </a:br>
            <a:br>
              <a:rPr lang="en-IN" sz="1600"/>
            </a:br>
            <a:r>
              <a:rPr lang="en-IN" sz="1600"/>
              <a:t>2️⃣ Wearable Monitoring (Your Smart Sock)</a:t>
            </a:r>
            <a:br>
              <a:rPr lang="en-IN" sz="1600"/>
            </a:br>
            <a:r>
              <a:rPr lang="en-IN" sz="1600"/>
              <a:t>• Body temperature</a:t>
            </a:r>
            <a:br>
              <a:rPr lang="en-IN" sz="1600"/>
            </a:br>
            <a:r>
              <a:rPr lang="en-IN" sz="1600"/>
              <a:t>• Walking pattern</a:t>
            </a:r>
            <a:br>
              <a:rPr lang="en-IN" sz="1600"/>
            </a:br>
            <a:r>
              <a:rPr lang="en-IN" sz="1600"/>
              <a:t>• Fall detection</a:t>
            </a:r>
            <a:br>
              <a:rPr lang="en-IN" sz="1600"/>
            </a:br>
            <a:r>
              <a:rPr lang="en-IN" sz="1600"/>
              <a:t>• Foot pressure</a:t>
            </a:r>
            <a:br>
              <a:rPr lang="en-IN" sz="1600"/>
            </a:br>
            <a:br>
              <a:rPr lang="en-IN" sz="1600"/>
            </a:br>
            <a:r>
              <a:rPr lang="en-IN" sz="1600"/>
              <a:t>↓</a:t>
            </a:r>
            <a:br>
              <a:rPr lang="en-IN" sz="1600"/>
            </a:br>
            <a:r>
              <a:rPr lang="en-IN" sz="1600"/>
              <a:t>AI Analysis</a:t>
            </a:r>
            <a:br>
              <a:rPr lang="en-IN" sz="1600"/>
            </a:br>
            <a:r>
              <a:rPr lang="en-IN" sz="1600"/>
              <a:t>↓</a:t>
            </a:r>
            <a:br>
              <a:rPr lang="en-IN" sz="1600"/>
            </a:br>
            <a:r>
              <a:rPr lang="en-IN" sz="1600"/>
              <a:t>Triage Result</a:t>
            </a:r>
            <a:br>
              <a:rPr lang="en-IN" sz="1600"/>
            </a:br>
            <a:br>
              <a:rPr lang="en-IN" sz="1600"/>
            </a:br>
            <a:r>
              <a:rPr lang="en-IN" sz="1600"/>
              <a:t>🔴 Refer Immediately</a:t>
            </a:r>
            <a:br>
              <a:rPr lang="en-IN" sz="1600"/>
            </a:br>
            <a:r>
              <a:rPr lang="en-IN" sz="1600"/>
              <a:t>🟠 Visit PHC</a:t>
            </a:r>
            <a:br>
              <a:rPr lang="en-IN" sz="1600"/>
            </a:br>
            <a:r>
              <a:rPr lang="en-IN" sz="1600"/>
              <a:t>🟢 Monitor at Home</a:t>
            </a:r>
          </a:p>
        </p:txBody>
      </p:sp>
    </p:spTree>
    <p:extLst>
      <p:ext uri="{BB962C8B-B14F-4D97-AF65-F5344CB8AC3E}">
        <p14:creationId xmlns:p14="http://schemas.microsoft.com/office/powerpoint/2010/main" val="147338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0CBC-01F1-24A4-0208-6D4698DC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 of </a:t>
            </a:r>
            <a:r>
              <a:rPr lang="en-US" err="1"/>
              <a:t>CareStep</a:t>
            </a:r>
            <a:r>
              <a:rPr lang="en-US"/>
              <a:t> AI: Smart Rural Health Assistant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FB7AA-0B26-5D79-8F79-15CF46DD2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63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1"/>
              <a:t>GPS Location Tracking</a:t>
            </a:r>
            <a:br>
              <a:rPr lang="en-US" sz="1400"/>
            </a:br>
            <a:r>
              <a:rPr lang="en-US" sz="1400"/>
              <a:t>In the future, a GPS module can be added to track the </a:t>
            </a:r>
            <a:r>
              <a:rPr lang="en-US" sz="1400" b="1"/>
              <a:t>real-time location of the user</a:t>
            </a:r>
            <a:r>
              <a:rPr lang="en-US" sz="1400"/>
              <a:t>, which is useful for elderly people or patients in emergency situations.</a:t>
            </a:r>
          </a:p>
          <a:p>
            <a:pPr marL="0" indent="0">
              <a:buNone/>
            </a:pPr>
            <a:r>
              <a:rPr lang="en-US" sz="1400" b="1"/>
              <a:t>AI-Based Health Prediction</a:t>
            </a:r>
            <a:br>
              <a:rPr lang="en-US" sz="1400"/>
            </a:br>
            <a:r>
              <a:rPr lang="en-US" sz="1400"/>
              <a:t>Artificial Intelligence can analyze the collected health data to </a:t>
            </a:r>
            <a:r>
              <a:rPr lang="en-US" sz="1400" b="1"/>
              <a:t>predict diseases early</a:t>
            </a:r>
            <a:r>
              <a:rPr lang="en-US" sz="1400"/>
              <a:t> and give smart health suggestions.</a:t>
            </a:r>
          </a:p>
          <a:p>
            <a:pPr marL="0" indent="0">
              <a:buNone/>
            </a:pPr>
            <a:r>
              <a:rPr lang="en-US" sz="1400" b="1"/>
              <a:t>Cloud Data Storage</a:t>
            </a:r>
            <a:br>
              <a:rPr lang="en-US" sz="1400"/>
            </a:br>
            <a:r>
              <a:rPr lang="en-US" sz="1400"/>
              <a:t>The health data can be stored in the </a:t>
            </a:r>
            <a:r>
              <a:rPr lang="en-US" sz="1400" b="1"/>
              <a:t>cloud</a:t>
            </a:r>
            <a:r>
              <a:rPr lang="en-US" sz="1400"/>
              <a:t>, allowing doctors and family members to monitor the user's health remotely.</a:t>
            </a:r>
          </a:p>
          <a:p>
            <a:pPr marL="0" indent="0">
              <a:buNone/>
            </a:pPr>
            <a:r>
              <a:rPr lang="en-US" sz="1400" b="1"/>
              <a:t>Improved Flexible Sensors</a:t>
            </a:r>
            <a:br>
              <a:rPr lang="en-US" sz="1400"/>
            </a:br>
            <a:r>
              <a:rPr lang="en-US" sz="1400"/>
              <a:t>Future versions can use </a:t>
            </a:r>
            <a:r>
              <a:rPr lang="en-US" sz="1400" b="1"/>
              <a:t>ultra-thin flexible sensors</a:t>
            </a:r>
            <a:r>
              <a:rPr lang="en-US" sz="1400"/>
              <a:t> so the sock feels exactly like a normal sock and becomes more comfortable.</a:t>
            </a:r>
          </a:p>
          <a:p>
            <a:pPr marL="0" indent="0">
              <a:buNone/>
            </a:pPr>
            <a:r>
              <a:rPr lang="en-US" sz="1400" b="1"/>
              <a:t>Long Battery Life</a:t>
            </a:r>
            <a:br>
              <a:rPr lang="en-US" sz="1400"/>
            </a:br>
            <a:r>
              <a:rPr lang="en-US" sz="1400"/>
              <a:t>Advanced low-power electronics can be used to increase </a:t>
            </a:r>
            <a:r>
              <a:rPr lang="en-US" sz="1400" b="1"/>
              <a:t>battery life</a:t>
            </a:r>
            <a:r>
              <a:rPr lang="en-US" sz="1400"/>
              <a:t>, making the device work for several days without charging.</a:t>
            </a:r>
          </a:p>
          <a:p>
            <a:pPr marL="0" indent="0">
              <a:buNone/>
            </a:pPr>
            <a:r>
              <a:rPr lang="en-US" sz="1400" b="1"/>
              <a:t>Medical Integration</a:t>
            </a:r>
            <a:br>
              <a:rPr lang="en-US" sz="1400"/>
            </a:br>
            <a:r>
              <a:rPr lang="en-US" sz="1400"/>
              <a:t>The system can be connected to </a:t>
            </a:r>
            <a:r>
              <a:rPr lang="en-US" sz="1400" b="1"/>
              <a:t>hospital monitoring systems</a:t>
            </a:r>
            <a:r>
              <a:rPr lang="en-US" sz="1400"/>
              <a:t>, helping doctors track patient health continuously.</a:t>
            </a:r>
          </a:p>
          <a:p>
            <a:pPr marL="0" indent="0">
              <a:buNone/>
            </a:pPr>
            <a:endParaRPr lang="en-US" sz="1400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29235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View</vt:lpstr>
      <vt:lpstr>CareStep AI: Smart Rural Health Assistant</vt:lpstr>
      <vt:lpstr>About this product!</vt:lpstr>
      <vt:lpstr>How it is going to work?</vt:lpstr>
      <vt:lpstr>Where can we use this product?</vt:lpstr>
      <vt:lpstr>Sensors placed in socks.</vt:lpstr>
      <vt:lpstr>  Final Features of CareStep AI: Smart Rural Health Assistant</vt:lpstr>
      <vt:lpstr>Rural Friendly Features</vt:lpstr>
      <vt:lpstr>Working principle</vt:lpstr>
      <vt:lpstr>Future Scope of CareStep AI: Smart Rural Health Assistant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parneeth</dc:creator>
  <cp:revision>6</cp:revision>
  <dcterms:created xsi:type="dcterms:W3CDTF">2026-03-05T08:52:50Z</dcterms:created>
  <dcterms:modified xsi:type="dcterms:W3CDTF">2026-03-06T10:41:07Z</dcterms:modified>
</cp:coreProperties>
</file>